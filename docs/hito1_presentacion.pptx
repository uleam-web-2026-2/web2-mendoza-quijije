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«Nuestro negocio es EventoSports: vende cupos en partidos y torneos locales a jugadores y organizadores y cobra una comisión por evento pagado y un plan mensual al organizador. Se basa en EventBookings de Starter Story. Un caso parecido que se estancó fue Sportaneous, y creemos que fue porque el partido era gratis y no había a quién cobrar.»</a:t>
            </a:r>
          </a:p>
          <a:p/>
          <a:p>
            <a:r>
              <a:t>Pregunta publicada: ¿De qué depende que su negocio gane dinero? Si eso falla, ¿qué pasa?</a:t>
            </a:r>
          </a:p>
          <a:p>
            <a:r>
              <a:t>Cifra: la página de Starter Story muestra US$52.183 de ingreso al mes (ene. 2023) y su título dice US$120K al año; las declara el fundador y nadie las audita.</a:t>
            </a:r>
          </a:p>
          <a:p>
            <a:r>
              <a:t>Respuesta de apoyo: depende de que el organizador repita cada semana y publique eventos de pago con cupos llenos. Si los organizadores no vuelven o todo el mundo organiza gratis, no hay a quién cobrar y quedamos como Sportaneous: usuarios sin ingresos.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«Nuestras restricciones son el pago por transferencia con comprobante, los organizadores sin RUC y las canchas sin dirección estándar. La primera cambió nuestro modelo: agregamos el estado pago por verificar a la inscripción y la entidad Pago.»</a:t>
            </a:r>
          </a:p>
          <a:p/>
          <a:p>
            <a:r>
              <a:t>Pregunta publicada: Por la restricción [número], ¿qué cambió en su modelo y por qué?</a:t>
            </a:r>
          </a:p>
          <a:p>
            <a:r>
              <a:t>Respuesta de apoyo (1): porque la gente transfiere y manda foto, el organizador tiene que comprobar en su banco antes de dar el cupo; por eso hay un estado intermedio y una entidad Pago con banco y referencia. (2): el RUC es opcional porque no todo organizador lo tiene; la comisión se factura con RUC o, si no lo tiene, con cédula. (3): la sede tiene referencia de texto obligatoria y coordenadas opcionales.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«Nuestro modelo tiene cinco entidades: Usuario, Sede, Evento, Inscripción y Pago. Un Evento tiene muchas Inscripciones. El diagrama completo y los structs están en el enlace.»</a:t>
            </a:r>
          </a:p>
          <a:p/>
          <a:p>
            <a:r>
              <a:t>Pregunta publicada: ¿Por qué [X] es una entidad y no un atributo de [Y]? ¿Y por qué ese tipo en Go?</a:t>
            </a:r>
          </a:p>
          <a:p>
            <a:r>
              <a:t>Respuesta de apoyo: Pago es entidad y no dos campos de Inscripción porque un comprobante puede rechazarse y el jugador manda otro: una inscripción tiene varios pagos y hay que guardar el historial. Tipos en Go: Inicio es time.Time para comparar fechas (¿ya empezó?, ¿faltan 24 h?); Latitud y RUC son punteros porque son opcionales y 0 o vacío no significa 'sin dato'; Precio es float64 mapeado a numeric(8,2).</a:t>
            </a:r>
          </a:p>
          <a:p>
            <a:r>
              <a:t>Nota: en el enlace del diagrama, el diagrama va dentro de la ficha (Mermaid), sección «Diagrama del modelo completo».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«Inscripción empieza en reservada, pasa a pago por verificar cuando el jugador manda el banco y la referencia de su transferencia, y termina en confirmada. No se permite pasar de cancelada a confirmada, porque el cupo pudo ser tomado por otro jugador.»</a:t>
            </a:r>
          </a:p>
          <a:p/>
          <a:p>
            <a:r>
              <a:t>Pregunta publicada: ¿Qué pasaría en su negocio si alguien hiciera la transición prohibida? ¿Dónde se valida en el código?</a:t>
            </a:r>
          </a:p>
          <a:p>
            <a:r>
              <a:t>Respuesta de apoyo: reviviríamos una reserva cuyo cupo ya se liberó y podríamos vender más cupos de los que hay (sobrecupo) o saltarnos la verificación del pago. Se valida en validaciones.go, con una tabla de transiciones permitidas que consulta PATCH /inscripciones/{id}/estado antes de tocar la base de datos; si no está permitida responde 409.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«Tenemos seis endpoints para cuatro pantallas. El rol jugador entra por Explorar eventos y consume GET /eventos. Esta es la respuesta real de GET /eventos, con código 200.»</a:t>
            </a:r>
          </a:p>
          <a:p>
            <a:r>
              <a:t>(La captura de la diapositiva tiene que ser de ese mismo endpoint, o cambien la frase.)</a:t>
            </a:r>
          </a:p>
          <a:p/>
          <a:p>
            <a:r>
              <a:t>Pregunta publicada: La pantalla [nombre] necesita mostrar [dato]: ¿qué endpoint se lo da y qué devuelve exactamente?</a:t>
            </a:r>
          </a:p>
          <a:p>
            <a:r>
              <a:t>Respuesta de apoyo: Explorar eventos → GET /eventos, devuelve la lista con deporte, nivel, inicio, sede, precio y cupos libres. Detalle del evento → GET /eventos/{id}, devuelve el evento con su sede, cupos libres y la inscripción del jugador. Panel del organizador → GET /eventos/{id}/inscripciones, con jugador, estado y último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tarterstory.com/stories/eventbookings" TargetMode="External"/><Relationship Id="rId4" Type="http://schemas.openxmlformats.org/officeDocument/2006/relationships/hyperlink" Target="https://www.thedp.com/article/2011/09/mobile_app_sportaneous_finds_pickup_games" TargetMode="External"/><Relationship Id="rId5" Type="http://schemas.openxmlformats.org/officeDocument/2006/relationships/hyperlink" Target="https://github.com/uleam-web-2026-2/Web2-MENDOZA-QUIJIJE/blob/main/docs/hito1_ficha_del_negocio.md#1-negocio-de-referencia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uleam-web-2026-2/Web2-MENDOZA-QUIJIJE/blob/main/docs/hito1_ficha_del_negocio.md#3-adaptaci%C3%B3n-al-ecuado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uleam-web-2026-2/Web2-MENDOZA-QUIJIJE/blob/main/docs/hito1_ficha_del_negocio.md#4-modelo-de-datos" TargetMode="External"/><Relationship Id="rId4" Type="http://schemas.openxmlformats.org/officeDocument/2006/relationships/hyperlink" Target="https://github.com/uleam-web-2026-2/Web2-MENDOZA-QUIJIJE/blob/main/docs/hito1_ficha_del_negocio.md#diagrama-del-modelo-complet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uleam-web-2026-2/Web2-MENDOZA-QUIJIJE/blob/main/docs/hito1_ficha_del_negocio.md#5-m%C3%A1quina-de-estados" TargetMode="External"/><Relationship Id="rId4" Type="http://schemas.openxmlformats.org/officeDocument/2006/relationships/hyperlink" Target="https://github.com/uleam-web-2026-2/Web2-MENDOZA-QUIJIJE/blob/main/docs/hito1_ficha_del_negocio.md#diagrama-de-estado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uleam-web-2026-2/Web2-MENDOZA-QUIJIJE/blob/main/docs/hito1_ficha_del_negocio.md#7-mapa-de-endpoints-por-rol" TargetMode="External"/><Relationship Id="rId4" Type="http://schemas.openxmlformats.org/officeDocument/2006/relationships/hyperlink" Target="https://github.com/uleam-web-2026-2/Web2-MENDOZA-QUIJIJE/blob/main/docs/hito1_addendum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1 y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al caso de Starter Story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Qué vende, a quién y cómo cobra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Cifra que declara el fundador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Caso de contraste con enlace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Hipótesis de fondo: modelo, costos o mercado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las secciones 1 y 2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1 y 2:  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github.com/uleam-web-2026-2/Web2-MENDOZA-QUIJIJE/blob/main/docs/hito1_ficha_del_negocio.md#1-negocio-de-referencia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EventoSports: cupos en partidos y torneos locales para jugadores y organizadores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65760" y="1572768"/>
            <a:ext cx="5577840" cy="13716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" y="1682496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de referencia (Starter Story)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" y="2011680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EventBookings: organizadores publican eventos y venden entradas  ·  Cobra: suscripción al organizador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el fundador: US$52.183 al mes (ene. 2023); título: US$120K al año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r>
              <a:rPr lang="en-US" sz="1250" dirty="0" u="sng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starterstory.com/stories/eventbookings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5760" y="3063240"/>
            <a:ext cx="5577840" cy="13716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" y="317296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contraste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3502152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Sportaneous (Nueva York, 2010): app de partidos improvisados; en 2011 seguía sin ingresos y se reorientó al fitness  ·  Fuente: </a:t>
            </a:r>
            <a:r>
              <a:rPr lang="en-US" sz="1250" dirty="0" u="sng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thedp.com (2011)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Hipótesis: el partido era gratis y lo armaban los jugadores, sin cliente que pagara; EventBookings cobra al organizador.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al Ecuador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Tres restricciones locales concretas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Cada una con su efecto en el negocio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Una que cambió el modelo, y qué cambió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3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3:  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github.com/uleam-web-2026-2/Web2-MENDOZA-QUIJIJE/blob/main/docs/hito1_ficha_del_negocio.md#3-adaptación-al-ecuador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en el negocio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1490472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" y="1417320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5840" y="1490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transferencia y foto del comprobante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14904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 precio no se confirma sola: estado pago_por_verificar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8680" y="2075688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organizadores no tienen RUC (SRI, RIMPE)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2148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56616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 opcional; se factura con RUC o, si no hay, con cédula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65760" y="2807208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68680" y="2734056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5840" y="2807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Canchas sin dirección estándar fuera de las grandes ciudades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28072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3566160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con referencia obligatoria; coordenadas opcionales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65760" y="3474720"/>
            <a:ext cx="5577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D6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359359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en el modelo por la restricción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agregó el estado pago_por_verificar a Inscripción, la entidad Pago y el permiso del organizador para verificar. Sin ese paso, cualquiera confirmaría un cupo sin haber pagado.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4 · los structs van en la ficha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Hasta seis entidades, con sus atributos clave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Relaciones con su cardinalidad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al diagrama completo del modelo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4 de la ficha, donde están los structs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4:  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github.com/uleam-web-2026-2/Web2-MENDOZA-QUIJIJE/blob/main/docs/hito1_ficha_del_negocio.md#4-modelo-de-datos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Diagrama:  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github.com/uleam-web-2026-2/Web2-MENDOZA-QUIJIJE/blob/main/docs/hito1_ficha_del_negocio.md#diagrama-del-modelo-completo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789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5 entidades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uno de 2 valores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ruc: texto (opcional)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4028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4028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1343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31343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ciudad: texto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8795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8795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deporte: uno de 5 valores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cupos: número entero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número decimal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242316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891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uno de 4 valores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jugador: ref. a Usuario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ref. a Evento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240280" y="242316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24028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1343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31343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monto: número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verificado: sí/no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365760" y="3703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 Usuario 1—N Evento (organiza)  ·  Sede 1—N Evento  ·  Evento 1—N Inscripción  ·  Usuario 1—N Inscripción (jugador)  ·  Inscripción 1—N Pago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Tres o más estados, con el inicial marcado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Tabla de transiciones con quién y con qué condición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Una transición prohibida y su razón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al diagrama de estados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5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5:  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github.com/uleam-web-2026-2/Web2-MENDOZA-QUIJIJE/blob/main/docs/hito1_ficha_del_negocio.md#5-máquina-de-estados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Diagrama:  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github.com/uleam-web-2026-2/Web2-MENDOZA-QUIJIJE/blob/main/docs/hito1_ficha_del_negocio.md#diagrama-de-estados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78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Inscripción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146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46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303020" y="1883040"/>
            <a:ext cx="0" cy="3300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394460" y="1910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21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221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pago_por_verificar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303020" y="2633040"/>
            <a:ext cx="0" cy="3300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1394460" y="2660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96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296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127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148840" y="3923040"/>
            <a:ext cx="201168" cy="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2350008" y="3173040"/>
            <a:ext cx="0" cy="75000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 flipH="1">
            <a:off x="2148840" y="3173040"/>
            <a:ext cx="201168" cy="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240280" y="3410880"/>
            <a:ext cx="21945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000" y="1371600"/>
          <a:ext cx="3560000" cy="2000000"/>
        </p:xfrm>
        <a:graphic>
          <a:graphicData uri="http://schemas.openxmlformats.org/drawingml/2006/table">
            <a:tbl>
              <a:tblPr/>
              <a:tblGrid>
                <a:gridCol w="1020000"/>
                <a:gridCol w="1020000"/>
                <a:gridCol w="760000"/>
                <a:gridCol w="760000"/>
              </a:tblGrid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pago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coincide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coincide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jugador/org.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empezó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jugador/org.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empezó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jugador/org.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24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2560000" y="3560000"/>
            <a:ext cx="3560000" cy="8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5221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650000" y="3610000"/>
            <a:ext cx="338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prohibida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cancelada no se vuelve a confirmada: el cupo pudo ser tomado por otro jugador. Se crea una inscripción nueva.</a:t>
            </a:r>
            <a:endParaRPr lang="en-US" sz="1050" dirty="0"/>
          </a:p>
        </p:txBody>
      </p:sp>
      <p:sp>
        <p:nvSpPr>
          <p:cNvPr id="32" name="Shape 19"/>
          <p:cNvSpPr/>
          <p:nvPr/>
        </p:nvSpPr>
        <p:spPr>
          <a:xfrm>
            <a:off x="457200" y="371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3" name="Text 20"/>
          <p:cNvSpPr txBox="1"/>
          <p:nvPr/>
        </p:nvSpPr>
        <p:spPr>
          <a:xfrm>
            <a:off x="457200" y="371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1250" dirty="0"/>
          </a:p>
        </p:txBody>
      </p:sp>
      <p:sp>
        <p:nvSpPr>
          <p:cNvPr id="34" name="Shape 17"/>
          <p:cNvSpPr/>
          <p:nvPr/>
        </p:nvSpPr>
        <p:spPr>
          <a:xfrm>
            <a:off x="1303020" y="3383040"/>
            <a:ext cx="0" cy="3300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35" name="Text 18"/>
          <p:cNvSpPr txBox="1"/>
          <p:nvPr/>
        </p:nvSpPr>
        <p:spPr>
          <a:xfrm>
            <a:off x="1394460" y="3410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u org.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 pantallas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6 y 7 · lo demás va en el addendum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Cuatro a seis endpoints, con verbo y ruta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El rol que llama a cada uno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La pantalla que lo consume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Código cuando sale bien y cuando falla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Captura de una respuesta real con su código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7 de la ficha y al addendum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6 y 7:  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github.com/uleam-web-2026-2/Web2-MENDOZA-QUIJIJE/blob/main/docs/hito1_ficha_del_negocio.md#7-mapa-de-endpoints-por-rol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Addendum:  </a:t>
            </a: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github.com/uleam-web-2026-2/Web2-MENDOZA-QUIJIJE/blob/main/docs/hito1_addendum.md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577840" cy="1834000"/>
        </p:xfrm>
        <a:graphic>
          <a:graphicData uri="http://schemas.openxmlformats.org/drawingml/2006/table">
            <a:tbl>
              <a:tblPr/>
              <a:tblGrid>
                <a:gridCol w="2150000"/>
                <a:gridCol w="1000000"/>
                <a:gridCol w="1500000"/>
                <a:gridCol w="450000"/>
                <a:gridCol w="477840"/>
              </a:tblGrid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que lo consume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/eventos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Explorar eventos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/eventos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/eventos/{id}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del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/eventos/{id}/inscripciones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del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/inscripciones/{id}/estado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 u 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· Panel 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/eventos/{id}/inscripciones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del 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65760" y="3080000"/>
            <a:ext cx="3200400" cy="1360000"/>
          </a:xfrm>
          <a:prstGeom prst="rect">
            <a:avLst/>
          </a:prstGeom>
          <a:solidFill>
            <a:srgbClr val="F3F4F6"/>
          </a:solidFill>
          <a:ln w="9525">
            <a:solidFill>
              <a:srgbClr val="BFC7D3"/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502920" y="3080000"/>
            <a:ext cx="2926080" cy="1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pegar aquí la captura real de GET /eventos (Bruno o curl): petición, código 200 y cuerpo JSON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49040" y="3080000"/>
            <a:ext cx="2194560" cy="13600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886200" y="3200000"/>
            <a:ext cx="1920240" cy="1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addendum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 · variables de entorno · pruebas con su captura · boceto de la pantalla principal · diagrama de secuencia · capturas de respuestas.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 1 · EventoSports · Mendoza · Quijije</dc:title>
  <dc:subject>Hito 1 · Hilo Servidor · Aplicaciones Web II</dc:subject>
  <dc:creator>Mendoza · Quijije</dc:creator>
  <cp:lastModifiedBy>Mendoza · Quijije</cp:lastModifiedBy>
  <cp:revision>1</cp:revision>
  <dcterms:created xsi:type="dcterms:W3CDTF">2026-09-19T00:15:18Z</dcterms:created>
  <dcterms:modified xsi:type="dcterms:W3CDTF">2026-09-19T00:15:18Z</dcterms:modified>
</cp:coreProperties>
</file>